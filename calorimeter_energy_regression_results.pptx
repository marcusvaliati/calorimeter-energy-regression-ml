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Calorimeter Energy Regression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Machine learning architectures for electron energy calibration - Lorenzetti Shower Framework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Comparison - Test Set Metrics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188720"/>
          <a:ext cx="1124712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05890"/>
                <a:gridCol w="1405890"/>
                <a:gridCol w="1405890"/>
                <a:gridCol w="1405890"/>
                <a:gridCol w="1405890"/>
                <a:gridCol w="1405890"/>
                <a:gridCol w="1405890"/>
                <a:gridCol w="1405890"/>
              </a:tblGrid>
              <a:tr h="365760">
                <a:tc>
                  <a:txBody>
                    <a:bodyPr/>
                    <a:lstStyle/>
                    <a:p>
                      <a:r>
                        <a:t>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RMSE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MAE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bias_mu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resolution_sigma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n_dropped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t>ResNet_MLP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0.6994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0.8363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0.4732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0.9947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-0.0047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0.0267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t>MLP_tuned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0.9789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0.9894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0.5333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0.9926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0.0021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0.0298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t>CNN1D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4.1694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2.0419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1.3971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0.9687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0.0007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0.0734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t>MLP_deep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9.8724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3.1420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2.2709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0.9259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0.0063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0.0905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t>GBR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15.0527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3.8798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3.0240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0.8870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0.0105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0.1129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t>MLP_shallow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18.3823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4.2875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3.3379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0.8620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0.0112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0.1243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Energy Resolution Comparison</a:t>
            </a:r>
          </a:p>
        </p:txBody>
      </p:sp>
      <p:pic>
        <p:nvPicPr>
          <p:cNvPr id="3" name="Picture 2" descr="fig_resolution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188720"/>
            <a:ext cx="10058400" cy="674359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RMSE Comparison Across Architectures</a:t>
            </a:r>
          </a:p>
        </p:txBody>
      </p:sp>
      <p:pic>
        <p:nvPicPr>
          <p:cNvPr id="3" name="Picture 2" descr="fig_rmse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188720"/>
            <a:ext cx="10058400" cy="623349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